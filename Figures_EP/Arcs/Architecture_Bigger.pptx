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B0EF"/>
    <a:srgbClr val="417DF2"/>
    <a:srgbClr val="4278E0"/>
    <a:srgbClr val="3B6B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96"/>
    <p:restoredTop sz="96197"/>
  </p:normalViewPr>
  <p:slideViewPr>
    <p:cSldViewPr snapToGrid="0">
      <p:cViewPr varScale="1">
        <p:scale>
          <a:sx n="119" d="100"/>
          <a:sy n="119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2B3EEC-C8B4-0543-943F-91B3791C5E43}" type="datetimeFigureOut">
              <a:rPr lang="en-US" smtClean="0"/>
              <a:t>5/13/24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317F8-BE6A-D64A-AA4B-64623B0AE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function crop () { </a:t>
            </a:r>
            <a:r>
              <a:rPr lang="en-US" dirty="0" err="1"/>
              <a:t>pdfcrop</a:t>
            </a:r>
            <a:r>
              <a:rPr lang="en-US" dirty="0"/>
              <a:t> --</a:t>
            </a:r>
            <a:r>
              <a:rPr lang="en-US" dirty="0" err="1"/>
              <a:t>ini</a:t>
            </a:r>
            <a:r>
              <a:rPr lang="en-US" dirty="0"/>
              <a:t> $1 $1 &amp; 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317F8-BE6A-D64A-AA4B-64623B0AE7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3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1A116-D0D7-1131-7900-D33DDA35A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58F55-9E3A-5B4D-E6DC-122766482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48AB2-A0CF-BC17-AE80-8020F20F1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0C6AA-D9CA-14EF-758A-9F975E049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CF87-4065-187D-2A81-E15AA3CF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BEB53-9146-5FDE-C18C-8B8ACE36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4724A-5403-B20E-5FCD-FBCC39A2C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E210F-819B-92BE-424C-5D89E98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8BB1D-FCC8-30D6-2FE4-F80055BA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05E78-67F0-C01D-D2AB-E30F2628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16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A7EA-7B57-0E78-B70D-AD085E91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4FFCE-0D32-EFDE-22EA-FA40DC800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1FDA3-B23D-4BA8-8B1E-88F8AEF70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56666-D75B-0AD3-4362-9DBEBD00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C4F1F-4F88-E5C7-3F35-DAD2D120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4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0C389-7BEA-4679-239A-D7C57EC3C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5F85F-E378-B442-621D-E362A21BB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DECD0-831D-E8DC-3F74-939D64072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FC53B-5FC1-C9D3-624F-0C3B003E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30CEA-790E-DE1D-A876-23FF3E09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0DF0B-A0D7-185D-88E2-0CFB35D4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7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680D-428C-1CE7-6E8E-14A95BA6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DA20D-5AA4-83FA-9A54-CE13BCE62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CF5D9-A559-2BE8-EDA8-12DB2165A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F67B7-88D8-4AC6-73E0-BB848D2A7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530BA-E939-8074-5356-73D67585F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B5445-6E48-91EB-F834-1CFF2576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F5A08A-BFE4-6342-D3E9-03A10E3B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CB31F-A5AC-084D-B11E-A4942720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24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4AFD-769A-D630-4DD9-AD2868CFB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0E890-F170-E4EA-B84B-C3FF0EA9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64E8A-D58E-15CF-DC1B-2E0A26E61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15487-F3CF-29A9-E942-35E0089EE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7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2F2F3-A706-DF7F-D0FD-C7AD41CE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52A03-D6B0-3BC1-5321-CA41D5DB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EBB6-1D95-2932-AE7F-6D680835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89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BD17-E35B-3DC2-165D-20FD386FA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0A39-859A-7BE5-086C-D8BFE308E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F97C5-BF29-F713-67DB-E943B7714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E6023-2BBD-902B-D394-AAE46EC7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A2DFC-E14C-EDB3-39D9-0513B3E4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46A75-3308-0696-8B06-EBDB43B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8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0AF9-D56F-D537-E4AF-B5C83BF57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4FF6DB-015D-09FA-780F-D9D9D3DD97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5DC69-F5A3-1FD5-337A-C804C596D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CBA70-F864-A249-F121-F30E438B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8D03F-C74F-28B0-DF30-7594DD99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89F55-2A0A-6EE0-DB54-6AF939EC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5DA6-D7D6-EF3E-59D4-AABD8B29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F1307-693B-2688-FC84-453C2D854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BA1D4-C872-A996-9B9C-63F4DEC35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7BB9C-9E2B-584C-0235-8437E589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C66E3-3B8C-A5D8-B3D6-D9618BA0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5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8D29E-161A-C97A-27BE-87125D3EB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ACC08-93CE-0A90-8E2B-F6EA6888C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6160E-B5CC-68A2-2AC1-40C895F5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9E2F0-89E1-433F-6CFE-A82B23F80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E2C41-0551-0F33-FC8A-A0C0A014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5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5301A-7EEF-BA25-FAC4-97A04A8FA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3888A-ADA0-5E59-1F6C-AA261A14D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4C28A-B2F3-452F-2D8B-EB38C8E70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CBF4A-2AD2-1249-BC5E-D6BCA9656194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E8A39-1B0B-A91E-5085-8BB458368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293A4-7832-EE04-4EB8-350D35258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8D1C3-C19F-A342-A526-6B9F721C7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8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rd 26">
            <a:extLst>
              <a:ext uri="{FF2B5EF4-FFF2-40B4-BE49-F238E27FC236}">
                <a16:creationId xmlns:a16="http://schemas.microsoft.com/office/drawing/2014/main" id="{CD810C60-B9BA-DAE6-DECB-A554D6FEDC20}"/>
              </a:ext>
            </a:extLst>
          </p:cNvPr>
          <p:cNvSpPr/>
          <p:nvPr/>
        </p:nvSpPr>
        <p:spPr>
          <a:xfrm flipH="1">
            <a:off x="5671104" y="1670569"/>
            <a:ext cx="468226" cy="513921"/>
          </a:xfrm>
          <a:prstGeom prst="flowChartPunchedCard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5CDBEB8-944B-4FA5-5D27-D4165FB06A83}"/>
              </a:ext>
            </a:extLst>
          </p:cNvPr>
          <p:cNvSpPr/>
          <p:nvPr/>
        </p:nvSpPr>
        <p:spPr>
          <a:xfrm>
            <a:off x="1546012" y="1357490"/>
            <a:ext cx="3806778" cy="4271412"/>
          </a:xfrm>
          <a:prstGeom prst="roundRect">
            <a:avLst>
              <a:gd name="adj" fmla="val 5797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0FC74C7C-672F-A56B-E60A-B6A634BE573B}"/>
              </a:ext>
            </a:extLst>
          </p:cNvPr>
          <p:cNvSpPr/>
          <p:nvPr/>
        </p:nvSpPr>
        <p:spPr>
          <a:xfrm>
            <a:off x="6434239" y="5186835"/>
            <a:ext cx="1383753" cy="251337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Merge Labels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D69B1F2-29E6-2B98-3383-38BE2B9EB7D3}"/>
              </a:ext>
            </a:extLst>
          </p:cNvPr>
          <p:cNvCxnSpPr>
            <a:cxnSpLocks/>
            <a:stCxn id="130" idx="3"/>
            <a:endCxn id="163" idx="1"/>
          </p:cNvCxnSpPr>
          <p:nvPr/>
        </p:nvCxnSpPr>
        <p:spPr>
          <a:xfrm flipV="1">
            <a:off x="7817992" y="5310526"/>
            <a:ext cx="228621" cy="1978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7DA55C9-AFAB-470E-C93A-9E28B77BED3A}"/>
              </a:ext>
            </a:extLst>
          </p:cNvPr>
          <p:cNvSpPr/>
          <p:nvPr/>
        </p:nvSpPr>
        <p:spPr>
          <a:xfrm>
            <a:off x="8046613" y="5184129"/>
            <a:ext cx="1383753" cy="252793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Final Output: </a:t>
            </a:r>
            <a:r>
              <a:rPr lang="en-US" sz="1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</a:t>
            </a:r>
            <a:endParaRPr lang="en-US" sz="1400" b="1" i="1" dirty="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DA83E-5DD4-F259-C289-BBF34314CE00}"/>
              </a:ext>
            </a:extLst>
          </p:cNvPr>
          <p:cNvSpPr txBox="1"/>
          <p:nvPr/>
        </p:nvSpPr>
        <p:spPr>
          <a:xfrm>
            <a:off x="-56375" y="4169763"/>
            <a:ext cx="8753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Dataset</a:t>
            </a:r>
            <a:endParaRPr lang="en-US" sz="1200" dirty="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1200" i="1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C11379F4-F78C-2DBA-28F5-8A3E0AE9458B}"/>
              </a:ext>
            </a:extLst>
          </p:cNvPr>
          <p:cNvSpPr>
            <a:spLocks/>
          </p:cNvSpPr>
          <p:nvPr/>
        </p:nvSpPr>
        <p:spPr>
          <a:xfrm>
            <a:off x="939144" y="1780186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BAEFAF98-F096-E674-BCB5-258452A2D5F7}"/>
              </a:ext>
            </a:extLst>
          </p:cNvPr>
          <p:cNvSpPr>
            <a:spLocks/>
          </p:cNvSpPr>
          <p:nvPr/>
        </p:nvSpPr>
        <p:spPr>
          <a:xfrm>
            <a:off x="939760" y="2834640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2EE4D794-8F58-04B4-0DA9-BE344CAE2B5B}"/>
              </a:ext>
            </a:extLst>
          </p:cNvPr>
          <p:cNvSpPr>
            <a:spLocks/>
          </p:cNvSpPr>
          <p:nvPr/>
        </p:nvSpPr>
        <p:spPr>
          <a:xfrm>
            <a:off x="939144" y="4645152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6" name="Can 75">
            <a:extLst>
              <a:ext uri="{FF2B5EF4-FFF2-40B4-BE49-F238E27FC236}">
                <a16:creationId xmlns:a16="http://schemas.microsoft.com/office/drawing/2014/main" id="{EF809AC9-7EE9-8E83-D02E-E80D5229E12A}"/>
              </a:ext>
            </a:extLst>
          </p:cNvPr>
          <p:cNvSpPr>
            <a:spLocks/>
          </p:cNvSpPr>
          <p:nvPr/>
        </p:nvSpPr>
        <p:spPr>
          <a:xfrm>
            <a:off x="108030" y="2135422"/>
            <a:ext cx="274320" cy="1935003"/>
          </a:xfrm>
          <a:prstGeom prst="can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7" name="Can 76">
            <a:extLst>
              <a:ext uri="{FF2B5EF4-FFF2-40B4-BE49-F238E27FC236}">
                <a16:creationId xmlns:a16="http://schemas.microsoft.com/office/drawing/2014/main" id="{C06FA7EF-65B6-D9B0-BF60-1832645925A5}"/>
              </a:ext>
            </a:extLst>
          </p:cNvPr>
          <p:cNvSpPr>
            <a:spLocks/>
          </p:cNvSpPr>
          <p:nvPr/>
        </p:nvSpPr>
        <p:spPr>
          <a:xfrm>
            <a:off x="108505" y="2341522"/>
            <a:ext cx="274320" cy="256860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8" name="Can 77">
            <a:extLst>
              <a:ext uri="{FF2B5EF4-FFF2-40B4-BE49-F238E27FC236}">
                <a16:creationId xmlns:a16="http://schemas.microsoft.com/office/drawing/2014/main" id="{20AE6116-C0A3-42FA-A760-5181B7C3BA00}"/>
              </a:ext>
            </a:extLst>
          </p:cNvPr>
          <p:cNvSpPr>
            <a:spLocks/>
          </p:cNvSpPr>
          <p:nvPr/>
        </p:nvSpPr>
        <p:spPr>
          <a:xfrm>
            <a:off x="109805" y="2135912"/>
            <a:ext cx="274320" cy="256860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256122A-BACC-C29E-B6B3-27D574AC4212}"/>
              </a:ext>
            </a:extLst>
          </p:cNvPr>
          <p:cNvSpPr/>
          <p:nvPr/>
        </p:nvSpPr>
        <p:spPr>
          <a:xfrm>
            <a:off x="54080" y="894905"/>
            <a:ext cx="1247172" cy="4138552"/>
          </a:xfrm>
          <a:prstGeom prst="roundRect">
            <a:avLst>
              <a:gd name="adj" fmla="val 16324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8B693777-3C7B-AD27-270B-D44D99B903F4}"/>
              </a:ext>
            </a:extLst>
          </p:cNvPr>
          <p:cNvSpPr>
            <a:spLocks/>
          </p:cNvSpPr>
          <p:nvPr/>
        </p:nvSpPr>
        <p:spPr>
          <a:xfrm>
            <a:off x="108374" y="3804523"/>
            <a:ext cx="274320" cy="256860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174AF457-E839-E1D1-5041-DC03CE5C781B}"/>
              </a:ext>
            </a:extLst>
          </p:cNvPr>
          <p:cNvCxnSpPr>
            <a:cxnSpLocks/>
            <a:stCxn id="19" idx="4"/>
            <a:endCxn id="13" idx="2"/>
          </p:cNvCxnSpPr>
          <p:nvPr/>
        </p:nvCxnSpPr>
        <p:spPr>
          <a:xfrm>
            <a:off x="382694" y="3932953"/>
            <a:ext cx="556450" cy="858503"/>
          </a:xfrm>
          <a:prstGeom prst="bentConnector3">
            <a:avLst>
              <a:gd name="adj1" fmla="val 616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E028963D-4227-B591-2C76-1C2A488E291F}"/>
              </a:ext>
            </a:extLst>
          </p:cNvPr>
          <p:cNvCxnSpPr>
            <a:cxnSpLocks/>
            <a:stCxn id="77" idx="4"/>
            <a:endCxn id="11" idx="2"/>
          </p:cNvCxnSpPr>
          <p:nvPr/>
        </p:nvCxnSpPr>
        <p:spPr>
          <a:xfrm>
            <a:off x="382825" y="2469952"/>
            <a:ext cx="556935" cy="510992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F3C6F498-3307-A670-9DF3-EC217B8D421C}"/>
              </a:ext>
            </a:extLst>
          </p:cNvPr>
          <p:cNvCxnSpPr>
            <a:cxnSpLocks/>
            <a:stCxn id="78" idx="4"/>
            <a:endCxn id="7" idx="2"/>
          </p:cNvCxnSpPr>
          <p:nvPr/>
        </p:nvCxnSpPr>
        <p:spPr>
          <a:xfrm flipV="1">
            <a:off x="384125" y="1926490"/>
            <a:ext cx="555019" cy="337852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A9FD2EC4-7336-AF0A-138F-04D278CE9CBE}"/>
              </a:ext>
            </a:extLst>
          </p:cNvPr>
          <p:cNvSpPr/>
          <p:nvPr/>
        </p:nvSpPr>
        <p:spPr>
          <a:xfrm>
            <a:off x="201168" y="2742477"/>
            <a:ext cx="73705" cy="737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0053DF-C039-334E-4299-E9AC4AC74578}"/>
              </a:ext>
            </a:extLst>
          </p:cNvPr>
          <p:cNvSpPr txBox="1"/>
          <p:nvPr/>
        </p:nvSpPr>
        <p:spPr>
          <a:xfrm>
            <a:off x="66100" y="898221"/>
            <a:ext cx="1188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Data Partitioning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B3ECC1A-1B1A-7D2E-67E0-1D1984F69952}"/>
              </a:ext>
            </a:extLst>
          </p:cNvPr>
          <p:cNvSpPr/>
          <p:nvPr/>
        </p:nvSpPr>
        <p:spPr>
          <a:xfrm>
            <a:off x="201168" y="2834640"/>
            <a:ext cx="73705" cy="737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215B496-7EBE-7700-D1A9-FFC6D66EB6E2}"/>
              </a:ext>
            </a:extLst>
          </p:cNvPr>
          <p:cNvSpPr/>
          <p:nvPr/>
        </p:nvSpPr>
        <p:spPr>
          <a:xfrm>
            <a:off x="202132" y="2926080"/>
            <a:ext cx="73705" cy="737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Can 53">
            <a:extLst>
              <a:ext uri="{FF2B5EF4-FFF2-40B4-BE49-F238E27FC236}">
                <a16:creationId xmlns:a16="http://schemas.microsoft.com/office/drawing/2014/main" id="{FCD2BA0B-9E62-15F2-0F91-203B7F691C22}"/>
              </a:ext>
            </a:extLst>
          </p:cNvPr>
          <p:cNvSpPr>
            <a:spLocks/>
          </p:cNvSpPr>
          <p:nvPr/>
        </p:nvSpPr>
        <p:spPr>
          <a:xfrm>
            <a:off x="1585795" y="2245665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7" name="Can 56">
            <a:extLst>
              <a:ext uri="{FF2B5EF4-FFF2-40B4-BE49-F238E27FC236}">
                <a16:creationId xmlns:a16="http://schemas.microsoft.com/office/drawing/2014/main" id="{2B760F0A-FA92-C0BD-0A8C-47BF22E25B08}"/>
              </a:ext>
            </a:extLst>
          </p:cNvPr>
          <p:cNvSpPr>
            <a:spLocks/>
          </p:cNvSpPr>
          <p:nvPr/>
        </p:nvSpPr>
        <p:spPr>
          <a:xfrm>
            <a:off x="1586019" y="3297225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6EEB280-2770-A6CC-EBE1-54F209B714EB}"/>
              </a:ext>
            </a:extLst>
          </p:cNvPr>
          <p:cNvSpPr/>
          <p:nvPr/>
        </p:nvSpPr>
        <p:spPr>
          <a:xfrm>
            <a:off x="1623316" y="3941316"/>
            <a:ext cx="80683" cy="812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09AD213-6417-0CD7-1C21-7009D0F4CA51}"/>
              </a:ext>
            </a:extLst>
          </p:cNvPr>
          <p:cNvSpPr/>
          <p:nvPr/>
        </p:nvSpPr>
        <p:spPr>
          <a:xfrm>
            <a:off x="1623316" y="4087872"/>
            <a:ext cx="80683" cy="8348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3" name="Card 62">
            <a:extLst>
              <a:ext uri="{FF2B5EF4-FFF2-40B4-BE49-F238E27FC236}">
                <a16:creationId xmlns:a16="http://schemas.microsoft.com/office/drawing/2014/main" id="{0059BA7F-8A8E-AE37-81E2-1752B5C7A4C8}"/>
              </a:ext>
            </a:extLst>
          </p:cNvPr>
          <p:cNvSpPr/>
          <p:nvPr/>
        </p:nvSpPr>
        <p:spPr>
          <a:xfrm flipH="1">
            <a:off x="2024859" y="2536277"/>
            <a:ext cx="997235" cy="283781"/>
          </a:xfrm>
          <a:prstGeom prst="flowChartPunchedCar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Validator</a:t>
            </a:r>
          </a:p>
        </p:txBody>
      </p:sp>
      <p:sp>
        <p:nvSpPr>
          <p:cNvPr id="64" name="Card 63">
            <a:extLst>
              <a:ext uri="{FF2B5EF4-FFF2-40B4-BE49-F238E27FC236}">
                <a16:creationId xmlns:a16="http://schemas.microsoft.com/office/drawing/2014/main" id="{E3CABAFF-164E-7FB6-4D31-A29D463840CB}"/>
              </a:ext>
            </a:extLst>
          </p:cNvPr>
          <p:cNvSpPr/>
          <p:nvPr/>
        </p:nvSpPr>
        <p:spPr>
          <a:xfrm flipH="1">
            <a:off x="2032628" y="2920515"/>
            <a:ext cx="1003262" cy="386824"/>
          </a:xfrm>
          <a:prstGeom prst="flowChartPunchedCar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9" name="Card 68">
            <a:extLst>
              <a:ext uri="{FF2B5EF4-FFF2-40B4-BE49-F238E27FC236}">
                <a16:creationId xmlns:a16="http://schemas.microsoft.com/office/drawing/2014/main" id="{08FD33A1-56DB-5624-88E0-4F721E2A7EB9}"/>
              </a:ext>
            </a:extLst>
          </p:cNvPr>
          <p:cNvSpPr/>
          <p:nvPr/>
        </p:nvSpPr>
        <p:spPr>
          <a:xfrm flipH="1">
            <a:off x="2024821" y="3778204"/>
            <a:ext cx="996498" cy="300300"/>
          </a:xfrm>
          <a:prstGeom prst="flowChartPunchedCar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Validator</a:t>
            </a:r>
          </a:p>
        </p:txBody>
      </p: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DCA61CFA-B9A1-07D6-D986-EA53F22CF4AC}"/>
              </a:ext>
            </a:extLst>
          </p:cNvPr>
          <p:cNvCxnSpPr>
            <a:cxnSpLocks/>
            <a:stCxn id="57" idx="4"/>
            <a:endCxn id="64" idx="3"/>
          </p:cNvCxnSpPr>
          <p:nvPr/>
        </p:nvCxnSpPr>
        <p:spPr>
          <a:xfrm flipV="1">
            <a:off x="1860339" y="3113927"/>
            <a:ext cx="172289" cy="329602"/>
          </a:xfrm>
          <a:prstGeom prst="bentConnector3">
            <a:avLst>
              <a:gd name="adj1" fmla="val 25876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495581A9-5093-9582-A0AB-F7E4C71555F7}"/>
              </a:ext>
            </a:extLst>
          </p:cNvPr>
          <p:cNvCxnSpPr>
            <a:cxnSpLocks/>
            <a:stCxn id="57" idx="4"/>
            <a:endCxn id="69" idx="3"/>
          </p:cNvCxnSpPr>
          <p:nvPr/>
        </p:nvCxnSpPr>
        <p:spPr>
          <a:xfrm>
            <a:off x="1860339" y="3443529"/>
            <a:ext cx="164482" cy="484825"/>
          </a:xfrm>
          <a:prstGeom prst="bentConnector3">
            <a:avLst>
              <a:gd name="adj1" fmla="val 2834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8474AF31-C44B-380E-48A7-A8BF5BA7265C}"/>
              </a:ext>
            </a:extLst>
          </p:cNvPr>
          <p:cNvCxnSpPr>
            <a:cxnSpLocks/>
            <a:stCxn id="54" idx="4"/>
            <a:endCxn id="91" idx="3"/>
          </p:cNvCxnSpPr>
          <p:nvPr/>
        </p:nvCxnSpPr>
        <p:spPr>
          <a:xfrm flipV="1">
            <a:off x="1860115" y="1869772"/>
            <a:ext cx="165735" cy="522197"/>
          </a:xfrm>
          <a:prstGeom prst="bentConnector3">
            <a:avLst>
              <a:gd name="adj1" fmla="val 2492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902C9DF2-C821-4925-3A48-954AD83634F9}"/>
              </a:ext>
            </a:extLst>
          </p:cNvPr>
          <p:cNvCxnSpPr>
            <a:cxnSpLocks/>
            <a:stCxn id="54" idx="4"/>
            <a:endCxn id="63" idx="3"/>
          </p:cNvCxnSpPr>
          <p:nvPr/>
        </p:nvCxnSpPr>
        <p:spPr>
          <a:xfrm>
            <a:off x="1860115" y="2391969"/>
            <a:ext cx="164744" cy="286199"/>
          </a:xfrm>
          <a:prstGeom prst="bentConnector3">
            <a:avLst>
              <a:gd name="adj1" fmla="val 24771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085CFF60-52ED-9145-A879-87832F97EE76}"/>
              </a:ext>
            </a:extLst>
          </p:cNvPr>
          <p:cNvSpPr/>
          <p:nvPr/>
        </p:nvSpPr>
        <p:spPr>
          <a:xfrm>
            <a:off x="1623316" y="3790350"/>
            <a:ext cx="80683" cy="8569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1" name="Card 90">
            <a:extLst>
              <a:ext uri="{FF2B5EF4-FFF2-40B4-BE49-F238E27FC236}">
                <a16:creationId xmlns:a16="http://schemas.microsoft.com/office/drawing/2014/main" id="{FFD1D88B-83B9-9971-94C6-0B9BC96CDEBC}"/>
              </a:ext>
            </a:extLst>
          </p:cNvPr>
          <p:cNvSpPr/>
          <p:nvPr/>
        </p:nvSpPr>
        <p:spPr>
          <a:xfrm flipH="1">
            <a:off x="2025850" y="1684066"/>
            <a:ext cx="994554" cy="371411"/>
          </a:xfrm>
          <a:prstGeom prst="flowChartPunchedCar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7A415E4-6818-0098-65BE-59033244D805}"/>
              </a:ext>
            </a:extLst>
          </p:cNvPr>
          <p:cNvSpPr txBox="1"/>
          <p:nvPr/>
        </p:nvSpPr>
        <p:spPr>
          <a:xfrm>
            <a:off x="3004775" y="2136875"/>
            <a:ext cx="1257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Similarity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1_1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A417EC42-B088-CC5A-6672-FDBA61184381}"/>
              </a:ext>
            </a:extLst>
          </p:cNvPr>
          <p:cNvCxnSpPr>
            <a:cxnSpLocks/>
            <a:stCxn id="218" idx="4"/>
            <a:endCxn id="197" idx="1"/>
          </p:cNvCxnSpPr>
          <p:nvPr/>
        </p:nvCxnSpPr>
        <p:spPr>
          <a:xfrm flipV="1">
            <a:off x="7668376" y="1928134"/>
            <a:ext cx="145085" cy="125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621A4216-640B-A298-F672-B6EE706C6841}"/>
              </a:ext>
            </a:extLst>
          </p:cNvPr>
          <p:cNvCxnSpPr>
            <a:cxnSpLocks/>
            <a:stCxn id="27" idx="1"/>
            <a:endCxn id="209" idx="1"/>
          </p:cNvCxnSpPr>
          <p:nvPr/>
        </p:nvCxnSpPr>
        <p:spPr>
          <a:xfrm>
            <a:off x="6139330" y="1927530"/>
            <a:ext cx="157395" cy="1854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5D37B7C-9685-A28C-ADE6-222C1237DC45}"/>
              </a:ext>
            </a:extLst>
          </p:cNvPr>
          <p:cNvSpPr/>
          <p:nvPr/>
        </p:nvSpPr>
        <p:spPr>
          <a:xfrm>
            <a:off x="7813461" y="1782019"/>
            <a:ext cx="1534500" cy="29223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sz="1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S1_M1</a:t>
            </a:r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S1_M2</a:t>
            </a:r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,…]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3C7E377-2E4B-D673-819E-07E8E6B9E62A}"/>
              </a:ext>
            </a:extLst>
          </p:cNvPr>
          <p:cNvSpPr/>
          <p:nvPr/>
        </p:nvSpPr>
        <p:spPr>
          <a:xfrm>
            <a:off x="7812211" y="2557388"/>
            <a:ext cx="1536944" cy="29223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sz="1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S2_M1</a:t>
            </a:r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S2_M2</a:t>
            </a:r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,…]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18DE1EC9-B683-F262-F13E-47AB0666BFE8}"/>
              </a:ext>
            </a:extLst>
          </p:cNvPr>
          <p:cNvSpPr/>
          <p:nvPr/>
        </p:nvSpPr>
        <p:spPr>
          <a:xfrm>
            <a:off x="9484397" y="1783953"/>
            <a:ext cx="396543" cy="287121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</a:t>
            </a:r>
            <a:r>
              <a:rPr lang="en-US" sz="1600" i="1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C46CF357-8AD8-CC46-6F22-F10657947B70}"/>
              </a:ext>
            </a:extLst>
          </p:cNvPr>
          <p:cNvCxnSpPr>
            <a:cxnSpLocks/>
            <a:stCxn id="198" idx="3"/>
            <a:endCxn id="201" idx="1"/>
          </p:cNvCxnSpPr>
          <p:nvPr/>
        </p:nvCxnSpPr>
        <p:spPr>
          <a:xfrm flipV="1">
            <a:off x="9349155" y="2701803"/>
            <a:ext cx="132509" cy="170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D74EFCB-F77E-3EFA-F3F4-0938ABD321FA}"/>
              </a:ext>
            </a:extLst>
          </p:cNvPr>
          <p:cNvSpPr/>
          <p:nvPr/>
        </p:nvSpPr>
        <p:spPr>
          <a:xfrm>
            <a:off x="9481664" y="2558242"/>
            <a:ext cx="396543" cy="287121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</a:t>
            </a:r>
            <a:r>
              <a:rPr lang="en-US" sz="1600" i="1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205" name="Can 204">
            <a:extLst>
              <a:ext uri="{FF2B5EF4-FFF2-40B4-BE49-F238E27FC236}">
                <a16:creationId xmlns:a16="http://schemas.microsoft.com/office/drawing/2014/main" id="{F07E0133-6040-396E-EA8D-7115CE32F6E1}"/>
              </a:ext>
            </a:extLst>
          </p:cNvPr>
          <p:cNvSpPr>
            <a:spLocks/>
          </p:cNvSpPr>
          <p:nvPr/>
        </p:nvSpPr>
        <p:spPr>
          <a:xfrm>
            <a:off x="5745263" y="1783080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6869D400-A8E0-5AC0-42D5-11121DFE82D0}"/>
              </a:ext>
            </a:extLst>
          </p:cNvPr>
          <p:cNvSpPr/>
          <p:nvPr/>
        </p:nvSpPr>
        <p:spPr>
          <a:xfrm>
            <a:off x="6296725" y="1803084"/>
            <a:ext cx="405197" cy="252599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BDA337A8-50BA-D9EA-6BDD-EFE25AEFEC77}"/>
              </a:ext>
            </a:extLst>
          </p:cNvPr>
          <p:cNvCxnSpPr>
            <a:cxnSpLocks/>
            <a:stCxn id="60" idx="1"/>
            <a:endCxn id="217" idx="1"/>
          </p:cNvCxnSpPr>
          <p:nvPr/>
        </p:nvCxnSpPr>
        <p:spPr>
          <a:xfrm>
            <a:off x="6142062" y="2702321"/>
            <a:ext cx="154663" cy="5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Can 212">
            <a:extLst>
              <a:ext uri="{FF2B5EF4-FFF2-40B4-BE49-F238E27FC236}">
                <a16:creationId xmlns:a16="http://schemas.microsoft.com/office/drawing/2014/main" id="{948AB922-8365-1148-6D3D-5648667643BE}"/>
              </a:ext>
            </a:extLst>
          </p:cNvPr>
          <p:cNvSpPr>
            <a:spLocks/>
          </p:cNvSpPr>
          <p:nvPr/>
        </p:nvSpPr>
        <p:spPr>
          <a:xfrm>
            <a:off x="5750840" y="2554937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F2183143-BB99-2894-2DE1-435397E65887}"/>
              </a:ext>
            </a:extLst>
          </p:cNvPr>
          <p:cNvSpPr/>
          <p:nvPr/>
        </p:nvSpPr>
        <p:spPr>
          <a:xfrm>
            <a:off x="6296725" y="2577150"/>
            <a:ext cx="405197" cy="250442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218" name="Can 217">
            <a:extLst>
              <a:ext uri="{FF2B5EF4-FFF2-40B4-BE49-F238E27FC236}">
                <a16:creationId xmlns:a16="http://schemas.microsoft.com/office/drawing/2014/main" id="{89283C21-F9B1-F2B9-49E7-998E7841FC9E}"/>
              </a:ext>
            </a:extLst>
          </p:cNvPr>
          <p:cNvSpPr>
            <a:spLocks/>
          </p:cNvSpPr>
          <p:nvPr/>
        </p:nvSpPr>
        <p:spPr>
          <a:xfrm>
            <a:off x="7394056" y="1783080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0" name="Can 219">
            <a:extLst>
              <a:ext uri="{FF2B5EF4-FFF2-40B4-BE49-F238E27FC236}">
                <a16:creationId xmlns:a16="http://schemas.microsoft.com/office/drawing/2014/main" id="{9068FE81-5EBC-E381-B5C6-D1996A0AB17E}"/>
              </a:ext>
            </a:extLst>
          </p:cNvPr>
          <p:cNvSpPr>
            <a:spLocks/>
          </p:cNvSpPr>
          <p:nvPr/>
        </p:nvSpPr>
        <p:spPr>
          <a:xfrm>
            <a:off x="7390506" y="2554937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390BDDCA-FA99-8EAD-EFA2-F55702C2B8D2}"/>
              </a:ext>
            </a:extLst>
          </p:cNvPr>
          <p:cNvCxnSpPr>
            <a:cxnSpLocks/>
            <a:stCxn id="209" idx="3"/>
            <a:endCxn id="220" idx="2"/>
          </p:cNvCxnSpPr>
          <p:nvPr/>
        </p:nvCxnSpPr>
        <p:spPr>
          <a:xfrm>
            <a:off x="6701922" y="1929384"/>
            <a:ext cx="688584" cy="771857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EEF3FF39-F0A1-8FB6-5188-1BED4A751DE7}"/>
              </a:ext>
            </a:extLst>
          </p:cNvPr>
          <p:cNvCxnSpPr>
            <a:cxnSpLocks/>
            <a:stCxn id="209" idx="3"/>
            <a:endCxn id="218" idx="2"/>
          </p:cNvCxnSpPr>
          <p:nvPr/>
        </p:nvCxnSpPr>
        <p:spPr>
          <a:xfrm>
            <a:off x="6701922" y="1929384"/>
            <a:ext cx="692134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1CFA48A5-7FD3-8634-B04E-9F7CD10D3BF0}"/>
              </a:ext>
            </a:extLst>
          </p:cNvPr>
          <p:cNvCxnSpPr>
            <a:cxnSpLocks/>
            <a:stCxn id="217" idx="3"/>
            <a:endCxn id="220" idx="2"/>
          </p:cNvCxnSpPr>
          <p:nvPr/>
        </p:nvCxnSpPr>
        <p:spPr>
          <a:xfrm flipV="1">
            <a:off x="6701922" y="2701241"/>
            <a:ext cx="688584" cy="113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3A163F04-F0E5-8D80-1AF7-4342631E26F5}"/>
              </a:ext>
            </a:extLst>
          </p:cNvPr>
          <p:cNvCxnSpPr>
            <a:cxnSpLocks/>
            <a:stCxn id="217" idx="3"/>
            <a:endCxn id="218" idx="2"/>
          </p:cNvCxnSpPr>
          <p:nvPr/>
        </p:nvCxnSpPr>
        <p:spPr>
          <a:xfrm flipV="1">
            <a:off x="6701922" y="1929384"/>
            <a:ext cx="692134" cy="772987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FFDA63F1-AF9A-1624-85E2-B25A4DCA400C}"/>
              </a:ext>
            </a:extLst>
          </p:cNvPr>
          <p:cNvCxnSpPr>
            <a:cxnSpLocks/>
            <a:stCxn id="220" idx="4"/>
            <a:endCxn id="198" idx="1"/>
          </p:cNvCxnSpPr>
          <p:nvPr/>
        </p:nvCxnSpPr>
        <p:spPr>
          <a:xfrm>
            <a:off x="7664826" y="2701241"/>
            <a:ext cx="147385" cy="2262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B020543D-3E2D-1FD5-0E69-921FF0111E87}"/>
              </a:ext>
            </a:extLst>
          </p:cNvPr>
          <p:cNvCxnSpPr>
            <a:cxnSpLocks/>
            <a:endCxn id="218" idx="2"/>
          </p:cNvCxnSpPr>
          <p:nvPr/>
        </p:nvCxnSpPr>
        <p:spPr>
          <a:xfrm flipV="1">
            <a:off x="6699190" y="1929384"/>
            <a:ext cx="694866" cy="1487279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lgDash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FE8042C3-4B00-7BA1-E4EF-7CDB47F02DE7}"/>
              </a:ext>
            </a:extLst>
          </p:cNvPr>
          <p:cNvCxnSpPr>
            <a:cxnSpLocks/>
            <a:endCxn id="220" idx="2"/>
          </p:cNvCxnSpPr>
          <p:nvPr/>
        </p:nvCxnSpPr>
        <p:spPr>
          <a:xfrm flipV="1">
            <a:off x="6695640" y="2701241"/>
            <a:ext cx="694866" cy="757318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lgDash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2D9EBBED-8436-44D0-7827-933B975A08A8}"/>
              </a:ext>
            </a:extLst>
          </p:cNvPr>
          <p:cNvCxnSpPr>
            <a:cxnSpLocks/>
            <a:stCxn id="197" idx="3"/>
            <a:endCxn id="199" idx="1"/>
          </p:cNvCxnSpPr>
          <p:nvPr/>
        </p:nvCxnSpPr>
        <p:spPr>
          <a:xfrm flipV="1">
            <a:off x="9347961" y="1927514"/>
            <a:ext cx="136436" cy="62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ounded Rectangle 240">
            <a:extLst>
              <a:ext uri="{FF2B5EF4-FFF2-40B4-BE49-F238E27FC236}">
                <a16:creationId xmlns:a16="http://schemas.microsoft.com/office/drawing/2014/main" id="{9CCA7D4B-CD33-B966-2932-114F4A55BACE}"/>
              </a:ext>
            </a:extLst>
          </p:cNvPr>
          <p:cNvSpPr/>
          <p:nvPr/>
        </p:nvSpPr>
        <p:spPr>
          <a:xfrm>
            <a:off x="5620858" y="894904"/>
            <a:ext cx="4305731" cy="4223523"/>
          </a:xfrm>
          <a:prstGeom prst="roundRect">
            <a:avLst>
              <a:gd name="adj" fmla="val 7066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0AF8C454-753A-D771-FA72-BAE9D0FEDE84}"/>
              </a:ext>
            </a:extLst>
          </p:cNvPr>
          <p:cNvSpPr txBox="1"/>
          <p:nvPr/>
        </p:nvSpPr>
        <p:spPr>
          <a:xfrm>
            <a:off x="1216329" y="1349589"/>
            <a:ext cx="44667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Tune Parameters with Highest ARI (HAPV)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B817BA91-5C19-C98E-3BE9-E075A7AE70AA}"/>
              </a:ext>
            </a:extLst>
          </p:cNvPr>
          <p:cNvSpPr txBox="1"/>
          <p:nvPr/>
        </p:nvSpPr>
        <p:spPr>
          <a:xfrm>
            <a:off x="7246156" y="902156"/>
            <a:ext cx="26320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Apply Models on Partitions to Generate Labels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9E700059-8BC5-48EE-43C0-E443287EDFA8}"/>
              </a:ext>
            </a:extLst>
          </p:cNvPr>
          <p:cNvSpPr>
            <a:spLocks/>
          </p:cNvSpPr>
          <p:nvPr/>
        </p:nvSpPr>
        <p:spPr>
          <a:xfrm>
            <a:off x="1591833" y="4531665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Card 17">
            <a:extLst>
              <a:ext uri="{FF2B5EF4-FFF2-40B4-BE49-F238E27FC236}">
                <a16:creationId xmlns:a16="http://schemas.microsoft.com/office/drawing/2014/main" id="{8190013C-3415-6C77-AD6C-FD34F2399B52}"/>
              </a:ext>
            </a:extLst>
          </p:cNvPr>
          <p:cNvSpPr/>
          <p:nvPr/>
        </p:nvSpPr>
        <p:spPr>
          <a:xfrm flipH="1">
            <a:off x="2023691" y="4148785"/>
            <a:ext cx="996499" cy="386824"/>
          </a:xfrm>
          <a:prstGeom prst="flowChartPunchedCar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Card 20">
            <a:extLst>
              <a:ext uri="{FF2B5EF4-FFF2-40B4-BE49-F238E27FC236}">
                <a16:creationId xmlns:a16="http://schemas.microsoft.com/office/drawing/2014/main" id="{91A339C9-96CD-9365-FDE0-055D52FBF1B4}"/>
              </a:ext>
            </a:extLst>
          </p:cNvPr>
          <p:cNvSpPr/>
          <p:nvPr/>
        </p:nvSpPr>
        <p:spPr>
          <a:xfrm flipH="1">
            <a:off x="2032273" y="4980145"/>
            <a:ext cx="996498" cy="300300"/>
          </a:xfrm>
          <a:prstGeom prst="flowChartPunchedCar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Validator</a:t>
            </a:r>
            <a:endParaRPr lang="en-US" sz="14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0D091D29-75DD-6034-CA38-3DD5468BC4A8}"/>
              </a:ext>
            </a:extLst>
          </p:cNvPr>
          <p:cNvCxnSpPr>
            <a:cxnSpLocks/>
            <a:stCxn id="8" idx="4"/>
            <a:endCxn id="18" idx="3"/>
          </p:cNvCxnSpPr>
          <p:nvPr/>
        </p:nvCxnSpPr>
        <p:spPr>
          <a:xfrm flipV="1">
            <a:off x="1866153" y="4342197"/>
            <a:ext cx="157538" cy="335772"/>
          </a:xfrm>
          <a:prstGeom prst="bentConnector3">
            <a:avLst>
              <a:gd name="adj1" fmla="val 23617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B4F035D1-FE38-9449-9FB2-89E2AB363198}"/>
              </a:ext>
            </a:extLst>
          </p:cNvPr>
          <p:cNvCxnSpPr>
            <a:cxnSpLocks/>
            <a:stCxn id="8" idx="4"/>
            <a:endCxn id="21" idx="3"/>
          </p:cNvCxnSpPr>
          <p:nvPr/>
        </p:nvCxnSpPr>
        <p:spPr>
          <a:xfrm>
            <a:off x="1866153" y="4677969"/>
            <a:ext cx="166120" cy="452326"/>
          </a:xfrm>
          <a:prstGeom prst="bentConnector3">
            <a:avLst>
              <a:gd name="adj1" fmla="val 2498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3BA329DC-895F-4ED6-A0EE-5B43A7F5F423}"/>
              </a:ext>
            </a:extLst>
          </p:cNvPr>
          <p:cNvSpPr/>
          <p:nvPr/>
        </p:nvSpPr>
        <p:spPr>
          <a:xfrm>
            <a:off x="4397463" y="1804120"/>
            <a:ext cx="827403" cy="32166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ABAC8511-6BD4-7A6C-DC0A-BD05F2679C50}"/>
              </a:ext>
            </a:extLst>
          </p:cNvPr>
          <p:cNvSpPr txBox="1"/>
          <p:nvPr/>
        </p:nvSpPr>
        <p:spPr>
          <a:xfrm>
            <a:off x="4455640" y="3367812"/>
            <a:ext cx="722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sz="1400" baseline="-250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:v</a:t>
            </a:r>
            <a:r>
              <a:rPr lang="en-US" sz="1400" baseline="-250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1_2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969CD226-A8AB-EB2F-1DF4-B85829F0A467}"/>
              </a:ext>
            </a:extLst>
          </p:cNvPr>
          <p:cNvSpPr txBox="1"/>
          <p:nvPr/>
        </p:nvSpPr>
        <p:spPr>
          <a:xfrm>
            <a:off x="4323168" y="1823467"/>
            <a:ext cx="96700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Choose Hyper-parameter with Maximum Similarity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09475D5B-6CAD-5641-4AC6-2CC6E82BDAB9}"/>
              </a:ext>
            </a:extLst>
          </p:cNvPr>
          <p:cNvSpPr txBox="1"/>
          <p:nvPr/>
        </p:nvSpPr>
        <p:spPr>
          <a:xfrm>
            <a:off x="6580357" y="4500849"/>
            <a:ext cx="8677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>
                <a:solidFill>
                  <a:schemeClr val="tx2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Models</a:t>
            </a:r>
            <a:endParaRPr lang="en-US" sz="1200" i="1" baseline="-25000" dirty="0">
              <a:solidFill>
                <a:schemeClr val="tx2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9E8AC37E-C7B5-641F-3F48-C6E593B97537}"/>
              </a:ext>
            </a:extLst>
          </p:cNvPr>
          <p:cNvSpPr txBox="1"/>
          <p:nvPr/>
        </p:nvSpPr>
        <p:spPr>
          <a:xfrm>
            <a:off x="7809479" y="4500848"/>
            <a:ext cx="1536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>
                <a:solidFill>
                  <a:schemeClr val="tx2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Labels</a:t>
            </a:r>
            <a:endParaRPr lang="en-US" sz="1200" i="1" baseline="-25000" dirty="0">
              <a:solidFill>
                <a:schemeClr val="tx2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F3915FFB-D843-4441-09B9-4356EAD1C9EC}"/>
              </a:ext>
            </a:extLst>
          </p:cNvPr>
          <p:cNvCxnSpPr>
            <a:cxnSpLocks/>
          </p:cNvCxnSpPr>
          <p:nvPr/>
        </p:nvCxnSpPr>
        <p:spPr>
          <a:xfrm>
            <a:off x="4478146" y="3903588"/>
            <a:ext cx="6501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59B157CC-2B63-6069-2231-3B0770AA5CEC}"/>
              </a:ext>
            </a:extLst>
          </p:cNvPr>
          <p:cNvCxnSpPr>
            <a:cxnSpLocks/>
          </p:cNvCxnSpPr>
          <p:nvPr/>
        </p:nvCxnSpPr>
        <p:spPr>
          <a:xfrm>
            <a:off x="4478146" y="4409695"/>
            <a:ext cx="6587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TextBox 488">
            <a:extLst>
              <a:ext uri="{FF2B5EF4-FFF2-40B4-BE49-F238E27FC236}">
                <a16:creationId xmlns:a16="http://schemas.microsoft.com/office/drawing/2014/main" id="{3EDF32BC-F287-1765-9908-85830A5223FB}"/>
              </a:ext>
            </a:extLst>
          </p:cNvPr>
          <p:cNvSpPr txBox="1"/>
          <p:nvPr/>
        </p:nvSpPr>
        <p:spPr>
          <a:xfrm>
            <a:off x="4478146" y="4580870"/>
            <a:ext cx="6587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sz="1400" baseline="-25000" dirty="0" err="1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1400" dirty="0" err="1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:v</a:t>
            </a:r>
            <a:r>
              <a:rPr lang="en-US" sz="1400" baseline="-25000" dirty="0" err="1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r_h</a:t>
            </a:r>
            <a:endParaRPr lang="en-US" sz="1400" baseline="-250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1" name="Oval 490">
            <a:extLst>
              <a:ext uri="{FF2B5EF4-FFF2-40B4-BE49-F238E27FC236}">
                <a16:creationId xmlns:a16="http://schemas.microsoft.com/office/drawing/2014/main" id="{ACC81E67-E98A-99E3-D8CB-026EEB85BD4F}"/>
              </a:ext>
            </a:extLst>
          </p:cNvPr>
          <p:cNvSpPr/>
          <p:nvPr/>
        </p:nvSpPr>
        <p:spPr>
          <a:xfrm>
            <a:off x="4776937" y="4110277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2" name="Oval 491">
            <a:extLst>
              <a:ext uri="{FF2B5EF4-FFF2-40B4-BE49-F238E27FC236}">
                <a16:creationId xmlns:a16="http://schemas.microsoft.com/office/drawing/2014/main" id="{357E6331-ACE2-7E52-5636-BBF0AAF9FF35}"/>
              </a:ext>
            </a:extLst>
          </p:cNvPr>
          <p:cNvSpPr/>
          <p:nvPr/>
        </p:nvSpPr>
        <p:spPr>
          <a:xfrm>
            <a:off x="4776937" y="4259041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3" name="Oval 492">
            <a:extLst>
              <a:ext uri="{FF2B5EF4-FFF2-40B4-BE49-F238E27FC236}">
                <a16:creationId xmlns:a16="http://schemas.microsoft.com/office/drawing/2014/main" id="{853A669D-4CC3-2181-2E0E-2A9127A6609E}"/>
              </a:ext>
            </a:extLst>
          </p:cNvPr>
          <p:cNvSpPr/>
          <p:nvPr/>
        </p:nvSpPr>
        <p:spPr>
          <a:xfrm>
            <a:off x="4776937" y="3963721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98" name="Elbow Connector 497">
            <a:extLst>
              <a:ext uri="{FF2B5EF4-FFF2-40B4-BE49-F238E27FC236}">
                <a16:creationId xmlns:a16="http://schemas.microsoft.com/office/drawing/2014/main" id="{72F43F64-E640-87DA-3DDE-06B70B4D001D}"/>
              </a:ext>
            </a:extLst>
          </p:cNvPr>
          <p:cNvCxnSpPr>
            <a:cxnSpLocks/>
            <a:stCxn id="472" idx="0"/>
            <a:endCxn id="453" idx="1"/>
          </p:cNvCxnSpPr>
          <p:nvPr/>
        </p:nvCxnSpPr>
        <p:spPr>
          <a:xfrm>
            <a:off x="4213656" y="2273224"/>
            <a:ext cx="241984" cy="1248477"/>
          </a:xfrm>
          <a:prstGeom prst="bentConnector3">
            <a:avLst>
              <a:gd name="adj1" fmla="val 2546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5A0CC84F-DC05-AD35-C37F-5A0423A3A4B6}"/>
              </a:ext>
            </a:extLst>
          </p:cNvPr>
          <p:cNvSpPr/>
          <p:nvPr/>
        </p:nvSpPr>
        <p:spPr>
          <a:xfrm>
            <a:off x="4480175" y="3300425"/>
            <a:ext cx="658749" cy="15972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1294D5AB-7F7F-455D-9393-4EBBAD9289E3}"/>
              </a:ext>
            </a:extLst>
          </p:cNvPr>
          <p:cNvCxnSpPr>
            <a:cxnSpLocks/>
            <a:stCxn id="471" idx="0"/>
            <a:endCxn id="489" idx="1"/>
          </p:cNvCxnSpPr>
          <p:nvPr/>
        </p:nvCxnSpPr>
        <p:spPr>
          <a:xfrm flipV="1">
            <a:off x="4211840" y="4734759"/>
            <a:ext cx="266306" cy="305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49C4977-8E0E-33B2-9E75-30892BCEB6DD}"/>
              </a:ext>
            </a:extLst>
          </p:cNvPr>
          <p:cNvSpPr txBox="1"/>
          <p:nvPr/>
        </p:nvSpPr>
        <p:spPr>
          <a:xfrm>
            <a:off x="5648388" y="4408517"/>
            <a:ext cx="10134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>
                <a:solidFill>
                  <a:schemeClr val="tx2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Run OI</a:t>
            </a:r>
            <a:r>
              <a:rPr lang="en-US" sz="1100" i="1" baseline="-25000" dirty="0">
                <a:solidFill>
                  <a:schemeClr val="tx2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HAPV</a:t>
            </a:r>
            <a:r>
              <a:rPr lang="en-US" sz="1100" i="1" dirty="0">
                <a:solidFill>
                  <a:schemeClr val="tx2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 on Partitions</a:t>
            </a:r>
            <a:endParaRPr lang="en-US" sz="1200" i="1" baseline="-25000" dirty="0">
              <a:solidFill>
                <a:schemeClr val="tx2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0" name="Card 59">
            <a:extLst>
              <a:ext uri="{FF2B5EF4-FFF2-40B4-BE49-F238E27FC236}">
                <a16:creationId xmlns:a16="http://schemas.microsoft.com/office/drawing/2014/main" id="{4F7631AA-BA79-CFF0-5852-ADBA63546CFC}"/>
              </a:ext>
            </a:extLst>
          </p:cNvPr>
          <p:cNvSpPr/>
          <p:nvPr/>
        </p:nvSpPr>
        <p:spPr>
          <a:xfrm flipH="1">
            <a:off x="5673836" y="2445360"/>
            <a:ext cx="468226" cy="513921"/>
          </a:xfrm>
          <a:prstGeom prst="flowChartPunchedCard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Can 29">
            <a:extLst>
              <a:ext uri="{FF2B5EF4-FFF2-40B4-BE49-F238E27FC236}">
                <a16:creationId xmlns:a16="http://schemas.microsoft.com/office/drawing/2014/main" id="{FD2806E2-E6B8-EBFF-D848-F685B6AF7613}"/>
              </a:ext>
            </a:extLst>
          </p:cNvPr>
          <p:cNvSpPr>
            <a:spLocks/>
          </p:cNvSpPr>
          <p:nvPr/>
        </p:nvSpPr>
        <p:spPr>
          <a:xfrm>
            <a:off x="105059" y="3154152"/>
            <a:ext cx="274320" cy="283781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Can 30">
            <a:extLst>
              <a:ext uri="{FF2B5EF4-FFF2-40B4-BE49-F238E27FC236}">
                <a16:creationId xmlns:a16="http://schemas.microsoft.com/office/drawing/2014/main" id="{4142B890-DF7D-7B06-EDEB-3921611E7ED7}"/>
              </a:ext>
            </a:extLst>
          </p:cNvPr>
          <p:cNvSpPr>
            <a:spLocks/>
          </p:cNvSpPr>
          <p:nvPr/>
        </p:nvSpPr>
        <p:spPr>
          <a:xfrm>
            <a:off x="939144" y="4069080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5CF7C9-2C0E-90D7-7D77-2445F9A884E2}"/>
              </a:ext>
            </a:extLst>
          </p:cNvPr>
          <p:cNvSpPr/>
          <p:nvPr/>
        </p:nvSpPr>
        <p:spPr>
          <a:xfrm>
            <a:off x="203540" y="3474720"/>
            <a:ext cx="73705" cy="737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BCC541-2F8F-8FBA-E09B-8375757FB0CC}"/>
              </a:ext>
            </a:extLst>
          </p:cNvPr>
          <p:cNvSpPr/>
          <p:nvPr/>
        </p:nvSpPr>
        <p:spPr>
          <a:xfrm>
            <a:off x="203540" y="3566160"/>
            <a:ext cx="73705" cy="737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D8F31B7-7F4D-4865-A7F9-15F5E737C57C}"/>
              </a:ext>
            </a:extLst>
          </p:cNvPr>
          <p:cNvSpPr/>
          <p:nvPr/>
        </p:nvSpPr>
        <p:spPr>
          <a:xfrm>
            <a:off x="203540" y="3657600"/>
            <a:ext cx="73705" cy="737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7C799F9C-C5AC-DAAD-59A9-D357F29823E0}"/>
              </a:ext>
            </a:extLst>
          </p:cNvPr>
          <p:cNvCxnSpPr>
            <a:cxnSpLocks/>
            <a:stCxn id="30" idx="4"/>
            <a:endCxn id="31" idx="2"/>
          </p:cNvCxnSpPr>
          <p:nvPr/>
        </p:nvCxnSpPr>
        <p:spPr>
          <a:xfrm>
            <a:off x="379379" y="3296043"/>
            <a:ext cx="559765" cy="919341"/>
          </a:xfrm>
          <a:prstGeom prst="bentConnector3">
            <a:avLst>
              <a:gd name="adj1" fmla="val 7114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DDAC53C6-3351-CD00-48DE-694A362CC4FA}"/>
              </a:ext>
            </a:extLst>
          </p:cNvPr>
          <p:cNvSpPr/>
          <p:nvPr/>
        </p:nvSpPr>
        <p:spPr>
          <a:xfrm>
            <a:off x="1044443" y="4478855"/>
            <a:ext cx="66001" cy="626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A6F9106-A824-DA25-2DEB-224ACCE6F23A}"/>
              </a:ext>
            </a:extLst>
          </p:cNvPr>
          <p:cNvSpPr/>
          <p:nvPr/>
        </p:nvSpPr>
        <p:spPr>
          <a:xfrm>
            <a:off x="1044443" y="4564115"/>
            <a:ext cx="65999" cy="626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E9619F8-3C24-26CD-0288-4AB9225EC5A5}"/>
              </a:ext>
            </a:extLst>
          </p:cNvPr>
          <p:cNvSpPr/>
          <p:nvPr/>
        </p:nvSpPr>
        <p:spPr>
          <a:xfrm>
            <a:off x="1046536" y="4394803"/>
            <a:ext cx="63907" cy="620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DDBF600-A5BB-7DD5-660E-96F150A9EAD6}"/>
              </a:ext>
            </a:extLst>
          </p:cNvPr>
          <p:cNvSpPr/>
          <p:nvPr/>
        </p:nvSpPr>
        <p:spPr>
          <a:xfrm>
            <a:off x="1041554" y="3555854"/>
            <a:ext cx="60924" cy="606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7672498-87D8-C7DB-35E0-4CBB454027BF}"/>
              </a:ext>
            </a:extLst>
          </p:cNvPr>
          <p:cNvSpPr/>
          <p:nvPr/>
        </p:nvSpPr>
        <p:spPr>
          <a:xfrm>
            <a:off x="1041554" y="3640510"/>
            <a:ext cx="62006" cy="620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4ABF20B-EF57-0E5C-05A9-1033CBE7F21F}"/>
              </a:ext>
            </a:extLst>
          </p:cNvPr>
          <p:cNvSpPr/>
          <p:nvPr/>
        </p:nvSpPr>
        <p:spPr>
          <a:xfrm>
            <a:off x="1040472" y="3471197"/>
            <a:ext cx="62006" cy="620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7087A673-D6E5-2D38-7276-431E06C3B759}"/>
              </a:ext>
            </a:extLst>
          </p:cNvPr>
          <p:cNvSpPr txBox="1"/>
          <p:nvPr/>
        </p:nvSpPr>
        <p:spPr>
          <a:xfrm>
            <a:off x="3048741" y="3360221"/>
            <a:ext cx="1247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Similarity</a:t>
            </a:r>
            <a:r>
              <a:rPr lang="en-US" sz="1400" b="1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1_2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D7F35C-E570-E8EE-DE41-22A2737762BB}"/>
              </a:ext>
            </a:extLst>
          </p:cNvPr>
          <p:cNvSpPr txBox="1"/>
          <p:nvPr/>
        </p:nvSpPr>
        <p:spPr>
          <a:xfrm>
            <a:off x="3046209" y="4577198"/>
            <a:ext cx="1240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Similarity</a:t>
            </a:r>
            <a:r>
              <a:rPr lang="en-US" sz="1400" b="1" baseline="-25000" dirty="0" err="1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r_h</a:t>
            </a:r>
            <a:endParaRPr lang="en-US" sz="1400" b="1" baseline="-25000" dirty="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9848EE6-A933-4882-28E8-FA2C9A2EFE58}"/>
              </a:ext>
            </a:extLst>
          </p:cNvPr>
          <p:cNvSpPr txBox="1"/>
          <p:nvPr/>
        </p:nvSpPr>
        <p:spPr>
          <a:xfrm>
            <a:off x="5680957" y="899424"/>
            <a:ext cx="14989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Generate Models Using OI</a:t>
            </a:r>
            <a:r>
              <a:rPr lang="en-US" sz="1400" b="1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HAPV</a:t>
            </a:r>
            <a:endParaRPr lang="en-US" sz="1400" b="1" dirty="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EE839-627F-8924-269F-BF5BDA59744D}"/>
              </a:ext>
            </a:extLst>
          </p:cNvPr>
          <p:cNvSpPr txBox="1"/>
          <p:nvPr/>
        </p:nvSpPr>
        <p:spPr>
          <a:xfrm>
            <a:off x="1546011" y="5302734"/>
            <a:ext cx="3794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 err="1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-way parallelism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A5E3977-8D91-7EA0-3585-D68035415FAC}"/>
              </a:ext>
            </a:extLst>
          </p:cNvPr>
          <p:cNvSpPr/>
          <p:nvPr/>
        </p:nvSpPr>
        <p:spPr>
          <a:xfrm>
            <a:off x="5875457" y="3389898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9E3BFD36-D819-ADE6-D035-C0408F9FEEED}"/>
              </a:ext>
            </a:extLst>
          </p:cNvPr>
          <p:cNvSpPr/>
          <p:nvPr/>
        </p:nvSpPr>
        <p:spPr>
          <a:xfrm>
            <a:off x="5875457" y="3538662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76C986E-6A1B-30BB-2C28-9DED368D01A9}"/>
              </a:ext>
            </a:extLst>
          </p:cNvPr>
          <p:cNvSpPr/>
          <p:nvPr/>
        </p:nvSpPr>
        <p:spPr>
          <a:xfrm>
            <a:off x="5875457" y="3243342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49A9E20-B821-F825-B8B1-AE8A9305F764}"/>
              </a:ext>
            </a:extLst>
          </p:cNvPr>
          <p:cNvSpPr/>
          <p:nvPr/>
        </p:nvSpPr>
        <p:spPr>
          <a:xfrm>
            <a:off x="6481449" y="3389898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C4DBED8-5D7E-AF8B-880A-2C59B3840EEA}"/>
              </a:ext>
            </a:extLst>
          </p:cNvPr>
          <p:cNvSpPr/>
          <p:nvPr/>
        </p:nvSpPr>
        <p:spPr>
          <a:xfrm>
            <a:off x="6481449" y="3538662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E02FDAD-6088-A9B3-AFD5-6B8F47F8B5CD}"/>
              </a:ext>
            </a:extLst>
          </p:cNvPr>
          <p:cNvSpPr/>
          <p:nvPr/>
        </p:nvSpPr>
        <p:spPr>
          <a:xfrm>
            <a:off x="6481449" y="3243342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A713E234-E375-C191-8184-28AC91232BEC}"/>
              </a:ext>
            </a:extLst>
          </p:cNvPr>
          <p:cNvSpPr/>
          <p:nvPr/>
        </p:nvSpPr>
        <p:spPr>
          <a:xfrm>
            <a:off x="7447326" y="3382483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ED7A977-AD5E-D1A7-B660-4B21984B1C2C}"/>
              </a:ext>
            </a:extLst>
          </p:cNvPr>
          <p:cNvSpPr/>
          <p:nvPr/>
        </p:nvSpPr>
        <p:spPr>
          <a:xfrm>
            <a:off x="7447326" y="3531247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62860FC-22B5-8E7C-41D3-BD39F3895F49}"/>
              </a:ext>
            </a:extLst>
          </p:cNvPr>
          <p:cNvSpPr/>
          <p:nvPr/>
        </p:nvSpPr>
        <p:spPr>
          <a:xfrm>
            <a:off x="7447326" y="3235927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7789AB4-520F-5F08-7B9E-9F8D58C92918}"/>
              </a:ext>
            </a:extLst>
          </p:cNvPr>
          <p:cNvSpPr/>
          <p:nvPr/>
        </p:nvSpPr>
        <p:spPr>
          <a:xfrm>
            <a:off x="8632899" y="3389898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C2AA9CB-A535-E6ED-5930-6A52D53A7495}"/>
              </a:ext>
            </a:extLst>
          </p:cNvPr>
          <p:cNvSpPr/>
          <p:nvPr/>
        </p:nvSpPr>
        <p:spPr>
          <a:xfrm>
            <a:off x="8632899" y="3538662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D32A9209-0C63-92B5-4DEB-25B41E29A35B}"/>
              </a:ext>
            </a:extLst>
          </p:cNvPr>
          <p:cNvSpPr/>
          <p:nvPr/>
        </p:nvSpPr>
        <p:spPr>
          <a:xfrm>
            <a:off x="8632899" y="3243342"/>
            <a:ext cx="80683" cy="7358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CF9953E2-D9BC-A300-D1CA-4B0BBAB2CAF7}"/>
              </a:ext>
            </a:extLst>
          </p:cNvPr>
          <p:cNvSpPr/>
          <p:nvPr/>
        </p:nvSpPr>
        <p:spPr>
          <a:xfrm>
            <a:off x="7809479" y="3999133"/>
            <a:ext cx="1536944" cy="29223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[…,</a:t>
            </a:r>
            <a:r>
              <a:rPr lang="en-US" sz="1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</a:t>
            </a:r>
            <a:r>
              <a:rPr lang="en-US" sz="1400" baseline="-25000" dirty="0" err="1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Sn_Mm</a:t>
            </a:r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1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</a:t>
            </a:r>
            <a:r>
              <a:rPr lang="en-US" sz="1400" baseline="-25000" dirty="0" err="1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Sn_Mn</a:t>
            </a:r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]</a:t>
            </a:r>
          </a:p>
        </p:txBody>
      </p: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3D41F33F-0666-4492-BCD0-51E7298DCAA7}"/>
              </a:ext>
            </a:extLst>
          </p:cNvPr>
          <p:cNvCxnSpPr>
            <a:cxnSpLocks/>
            <a:stCxn id="505" idx="3"/>
            <a:endCxn id="507" idx="1"/>
          </p:cNvCxnSpPr>
          <p:nvPr/>
        </p:nvCxnSpPr>
        <p:spPr>
          <a:xfrm>
            <a:off x="9346423" y="4145248"/>
            <a:ext cx="135242" cy="1475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Rectangle 506">
            <a:extLst>
              <a:ext uri="{FF2B5EF4-FFF2-40B4-BE49-F238E27FC236}">
                <a16:creationId xmlns:a16="http://schemas.microsoft.com/office/drawing/2014/main" id="{A8FF0C9B-EFD3-14DA-68B8-833CCB6BA4E2}"/>
              </a:ext>
            </a:extLst>
          </p:cNvPr>
          <p:cNvSpPr/>
          <p:nvPr/>
        </p:nvSpPr>
        <p:spPr>
          <a:xfrm>
            <a:off x="9481665" y="4003162"/>
            <a:ext cx="396543" cy="287121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</a:t>
            </a:r>
            <a:r>
              <a:rPr lang="en-US" sz="1600" i="1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CDE95B-4B86-57CD-7669-0AB4904A70BD}"/>
              </a:ext>
            </a:extLst>
          </p:cNvPr>
          <p:cNvCxnSpPr>
            <a:cxnSpLocks/>
            <a:stCxn id="81" idx="1"/>
            <a:endCxn id="74" idx="1"/>
          </p:cNvCxnSpPr>
          <p:nvPr/>
        </p:nvCxnSpPr>
        <p:spPr>
          <a:xfrm>
            <a:off x="6139330" y="4140565"/>
            <a:ext cx="154663" cy="1392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an 69">
            <a:extLst>
              <a:ext uri="{FF2B5EF4-FFF2-40B4-BE49-F238E27FC236}">
                <a16:creationId xmlns:a16="http://schemas.microsoft.com/office/drawing/2014/main" id="{BC8AD193-A11A-0D9F-636F-7C5C9DF55CA4}"/>
              </a:ext>
            </a:extLst>
          </p:cNvPr>
          <p:cNvSpPr>
            <a:spLocks/>
          </p:cNvSpPr>
          <p:nvPr/>
        </p:nvSpPr>
        <p:spPr>
          <a:xfrm>
            <a:off x="5748108" y="3999682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FFBA12A-4CE8-86B0-F9BF-B51519D9775E}"/>
              </a:ext>
            </a:extLst>
          </p:cNvPr>
          <p:cNvSpPr/>
          <p:nvPr/>
        </p:nvSpPr>
        <p:spPr>
          <a:xfrm>
            <a:off x="6293993" y="4016736"/>
            <a:ext cx="405197" cy="250442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sp>
        <p:nvSpPr>
          <p:cNvPr id="75" name="Can 74">
            <a:extLst>
              <a:ext uri="{FF2B5EF4-FFF2-40B4-BE49-F238E27FC236}">
                <a16:creationId xmlns:a16="http://schemas.microsoft.com/office/drawing/2014/main" id="{2A90B5DA-9CA6-18F5-4C0A-FCDFD1EC6154}"/>
              </a:ext>
            </a:extLst>
          </p:cNvPr>
          <p:cNvSpPr>
            <a:spLocks/>
          </p:cNvSpPr>
          <p:nvPr/>
        </p:nvSpPr>
        <p:spPr>
          <a:xfrm>
            <a:off x="7387774" y="3999682"/>
            <a:ext cx="274320" cy="292608"/>
          </a:xfrm>
          <a:prstGeom prst="can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solidFill>
                <a:schemeClr val="bg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B57DCE9-AF73-F49B-E85D-FBC770A55999}"/>
              </a:ext>
            </a:extLst>
          </p:cNvPr>
          <p:cNvCxnSpPr>
            <a:cxnSpLocks/>
            <a:stCxn id="74" idx="3"/>
            <a:endCxn id="75" idx="2"/>
          </p:cNvCxnSpPr>
          <p:nvPr/>
        </p:nvCxnSpPr>
        <p:spPr>
          <a:xfrm>
            <a:off x="6699190" y="4141957"/>
            <a:ext cx="688584" cy="4029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3243296-9143-B0EC-453F-A8DB765EC302}"/>
              </a:ext>
            </a:extLst>
          </p:cNvPr>
          <p:cNvCxnSpPr>
            <a:cxnSpLocks/>
            <a:stCxn id="75" idx="4"/>
            <a:endCxn id="505" idx="1"/>
          </p:cNvCxnSpPr>
          <p:nvPr/>
        </p:nvCxnSpPr>
        <p:spPr>
          <a:xfrm flipV="1">
            <a:off x="7662094" y="4145248"/>
            <a:ext cx="147385" cy="738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ard 80">
            <a:extLst>
              <a:ext uri="{FF2B5EF4-FFF2-40B4-BE49-F238E27FC236}">
                <a16:creationId xmlns:a16="http://schemas.microsoft.com/office/drawing/2014/main" id="{2815B818-DA75-9EBD-06BE-83000F81CE69}"/>
              </a:ext>
            </a:extLst>
          </p:cNvPr>
          <p:cNvSpPr/>
          <p:nvPr/>
        </p:nvSpPr>
        <p:spPr>
          <a:xfrm flipH="1">
            <a:off x="5671104" y="3883604"/>
            <a:ext cx="468226" cy="513921"/>
          </a:xfrm>
          <a:prstGeom prst="flowChartPunchedCard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AC2F4AF-E1F1-4980-1E91-59E5CED49A79}"/>
              </a:ext>
            </a:extLst>
          </p:cNvPr>
          <p:cNvCxnSpPr>
            <a:cxnSpLocks/>
            <a:endCxn id="75" idx="2"/>
          </p:cNvCxnSpPr>
          <p:nvPr/>
        </p:nvCxnSpPr>
        <p:spPr>
          <a:xfrm>
            <a:off x="6692908" y="3487375"/>
            <a:ext cx="694866" cy="658611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lgDash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BF2E0A54-B5DB-40AA-176F-F5480FDA75F8}"/>
              </a:ext>
            </a:extLst>
          </p:cNvPr>
          <p:cNvCxnSpPr>
            <a:cxnSpLocks/>
            <a:endCxn id="130" idx="1"/>
          </p:cNvCxnSpPr>
          <p:nvPr/>
        </p:nvCxnSpPr>
        <p:spPr>
          <a:xfrm>
            <a:off x="5956140" y="5118427"/>
            <a:ext cx="478099" cy="194077"/>
          </a:xfrm>
          <a:prstGeom prst="bentConnector3">
            <a:avLst>
              <a:gd name="adj1" fmla="val 50000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C6740A8-9A58-9170-B266-F49DD8244147}"/>
              </a:ext>
            </a:extLst>
          </p:cNvPr>
          <p:cNvSpPr txBox="1"/>
          <p:nvPr/>
        </p:nvSpPr>
        <p:spPr>
          <a:xfrm>
            <a:off x="1487014" y="921321"/>
            <a:ext cx="2705589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Original Implementation (OI)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A01F6C-FAA1-900A-BAAC-0EF44BA56707}"/>
              </a:ext>
            </a:extLst>
          </p:cNvPr>
          <p:cNvSpPr txBox="1"/>
          <p:nvPr/>
        </p:nvSpPr>
        <p:spPr>
          <a:xfrm>
            <a:off x="4282296" y="919609"/>
            <a:ext cx="1153847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Validator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34E2B06-A75E-285D-1ACC-2B1CC22AB7F2}"/>
              </a:ext>
            </a:extLst>
          </p:cNvPr>
          <p:cNvCxnSpPr>
            <a:cxnSpLocks/>
            <a:stCxn id="470" idx="0"/>
            <a:endCxn id="453" idx="1"/>
          </p:cNvCxnSpPr>
          <p:nvPr/>
        </p:nvCxnSpPr>
        <p:spPr>
          <a:xfrm>
            <a:off x="4210526" y="3517471"/>
            <a:ext cx="245114" cy="423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0FEA2B7-56C5-CA5B-E5D2-60E2F20D265B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859220" y="1227386"/>
            <a:ext cx="0" cy="137355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5872FBC8-00A6-F450-7C6E-6CB04B5D2A8F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839809" y="1229098"/>
            <a:ext cx="0" cy="135643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ight Arrow 3">
            <a:extLst>
              <a:ext uri="{FF2B5EF4-FFF2-40B4-BE49-F238E27FC236}">
                <a16:creationId xmlns:a16="http://schemas.microsoft.com/office/drawing/2014/main" id="{A8147DDC-9B54-ADEC-65F7-B64ADC4B3240}"/>
              </a:ext>
            </a:extLst>
          </p:cNvPr>
          <p:cNvSpPr/>
          <p:nvPr/>
        </p:nvSpPr>
        <p:spPr>
          <a:xfrm>
            <a:off x="1289639" y="2725068"/>
            <a:ext cx="249419" cy="46808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_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B400B1F8-AABE-921D-E6DF-9749A4A7CCA7}"/>
              </a:ext>
            </a:extLst>
          </p:cNvPr>
          <p:cNvSpPr/>
          <p:nvPr/>
        </p:nvSpPr>
        <p:spPr>
          <a:xfrm>
            <a:off x="5371734" y="2733191"/>
            <a:ext cx="233531" cy="46808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F0E088-F5AB-4A93-938A-B2A47ECAE7AC}"/>
              </a:ext>
            </a:extLst>
          </p:cNvPr>
          <p:cNvSpPr txBox="1"/>
          <p:nvPr/>
        </p:nvSpPr>
        <p:spPr>
          <a:xfrm>
            <a:off x="5620858" y="4750815"/>
            <a:ext cx="43057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-way parallelism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36D890-1A83-98D1-7952-760C4EA7E15E}"/>
              </a:ext>
            </a:extLst>
          </p:cNvPr>
          <p:cNvSpPr txBox="1"/>
          <p:nvPr/>
        </p:nvSpPr>
        <p:spPr>
          <a:xfrm>
            <a:off x="1945655" y="1744677"/>
            <a:ext cx="1157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OI 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⊨</a:t>
            </a:r>
            <a:r>
              <a:rPr lang="en-US" sz="1400" b="0" i="0" dirty="0">
                <a:solidFill>
                  <a:srgbClr val="4D5156"/>
                </a:solidFill>
                <a:effectLst/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sz="1400" baseline="-250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:v</a:t>
            </a:r>
            <a:r>
              <a:rPr lang="en-US" sz="1400" baseline="-250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1_1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E111EE-A27E-FBF2-950E-0E593CDD243F}"/>
              </a:ext>
            </a:extLst>
          </p:cNvPr>
          <p:cNvSpPr txBox="1"/>
          <p:nvPr/>
        </p:nvSpPr>
        <p:spPr>
          <a:xfrm>
            <a:off x="1962321" y="2996746"/>
            <a:ext cx="1121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OI 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⊨</a:t>
            </a:r>
            <a:r>
              <a:rPr lang="en-US" sz="1400" b="0" i="0" dirty="0">
                <a:solidFill>
                  <a:srgbClr val="4D5156"/>
                </a:solidFill>
                <a:effectLst/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sz="1400" baseline="-250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:v</a:t>
            </a:r>
            <a:r>
              <a:rPr lang="en-US" sz="1400" baseline="-250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1_2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EE8F0D-1F00-29E2-0A0D-007E68B73C0C}"/>
              </a:ext>
            </a:extLst>
          </p:cNvPr>
          <p:cNvSpPr txBox="1"/>
          <p:nvPr/>
        </p:nvSpPr>
        <p:spPr>
          <a:xfrm>
            <a:off x="1925049" y="4236814"/>
            <a:ext cx="1121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OI 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⊨</a:t>
            </a:r>
            <a:r>
              <a:rPr lang="en-US" sz="1400" b="0" i="0" dirty="0">
                <a:solidFill>
                  <a:srgbClr val="4D5156"/>
                </a:solidFill>
                <a:effectLst/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sz="1400" baseline="-25000" dirty="0" err="1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1400" dirty="0" err="1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:v</a:t>
            </a:r>
            <a:r>
              <a:rPr lang="en-US" sz="1400" baseline="-25000" dirty="0" err="1">
                <a:solidFill>
                  <a:schemeClr val="tx1"/>
                </a:solidFill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r_h</a:t>
            </a:r>
            <a:endParaRPr lang="en-US" sz="1400" baseline="-25000" dirty="0">
              <a:solidFill>
                <a:schemeClr val="tx1"/>
              </a:solidFill>
              <a:latin typeface="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0" name="Snip Diagonal Corner Rectangle 469">
            <a:extLst>
              <a:ext uri="{FF2B5EF4-FFF2-40B4-BE49-F238E27FC236}">
                <a16:creationId xmlns:a16="http://schemas.microsoft.com/office/drawing/2014/main" id="{7567EF66-BD2C-9010-D41E-BC8619CE302C}"/>
              </a:ext>
            </a:extLst>
          </p:cNvPr>
          <p:cNvSpPr/>
          <p:nvPr/>
        </p:nvSpPr>
        <p:spPr>
          <a:xfrm>
            <a:off x="3140744" y="3240688"/>
            <a:ext cx="1069782" cy="553566"/>
          </a:xfrm>
          <a:prstGeom prst="snip2Diag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Snip Diagonal Corner Rectangle 470">
            <a:extLst>
              <a:ext uri="{FF2B5EF4-FFF2-40B4-BE49-F238E27FC236}">
                <a16:creationId xmlns:a16="http://schemas.microsoft.com/office/drawing/2014/main" id="{928437A8-0CB8-A34F-E5C1-A3C47EF81742}"/>
              </a:ext>
            </a:extLst>
          </p:cNvPr>
          <p:cNvSpPr/>
          <p:nvPr/>
        </p:nvSpPr>
        <p:spPr>
          <a:xfrm>
            <a:off x="3142058" y="4458281"/>
            <a:ext cx="1069782" cy="553566"/>
          </a:xfrm>
          <a:prstGeom prst="snip2Diag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Snip Diagonal Corner Rectangle 471">
            <a:extLst>
              <a:ext uri="{FF2B5EF4-FFF2-40B4-BE49-F238E27FC236}">
                <a16:creationId xmlns:a16="http://schemas.microsoft.com/office/drawing/2014/main" id="{DD2B2841-6125-84D0-903A-E864089B129F}"/>
              </a:ext>
            </a:extLst>
          </p:cNvPr>
          <p:cNvSpPr/>
          <p:nvPr/>
        </p:nvSpPr>
        <p:spPr>
          <a:xfrm>
            <a:off x="3143874" y="1996441"/>
            <a:ext cx="1069782" cy="553566"/>
          </a:xfrm>
          <a:prstGeom prst="snip2Diag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73CDEB3E-7B6F-300D-7552-B257577AB74B}"/>
              </a:ext>
            </a:extLst>
          </p:cNvPr>
          <p:cNvSpPr txBox="1"/>
          <p:nvPr/>
        </p:nvSpPr>
        <p:spPr>
          <a:xfrm>
            <a:off x="903160" y="2854856"/>
            <a:ext cx="3776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US" sz="140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B0FBF410-0198-FB69-8D03-187DA86C3A8A}"/>
              </a:ext>
            </a:extLst>
          </p:cNvPr>
          <p:cNvSpPr txBox="1"/>
          <p:nvPr/>
        </p:nvSpPr>
        <p:spPr>
          <a:xfrm>
            <a:off x="896990" y="1800977"/>
            <a:ext cx="3885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sz="1600" dirty="0"/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24AEC7A-77D2-A8A9-86DB-97EEC66F5EE8}"/>
              </a:ext>
            </a:extLst>
          </p:cNvPr>
          <p:cNvSpPr txBox="1"/>
          <p:nvPr/>
        </p:nvSpPr>
        <p:spPr>
          <a:xfrm>
            <a:off x="914730" y="4079299"/>
            <a:ext cx="329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endParaRPr lang="en-US" sz="1400" dirty="0"/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E4F2C94D-F6A8-EE10-7D0F-E788EA7DA40C}"/>
              </a:ext>
            </a:extLst>
          </p:cNvPr>
          <p:cNvSpPr txBox="1"/>
          <p:nvPr/>
        </p:nvSpPr>
        <p:spPr>
          <a:xfrm>
            <a:off x="894320" y="4657548"/>
            <a:ext cx="3776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endParaRPr lang="en-US" sz="1400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D0346870-A14F-C94A-1306-4A6066676879}"/>
              </a:ext>
            </a:extLst>
          </p:cNvPr>
          <p:cNvSpPr txBox="1"/>
          <p:nvPr/>
        </p:nvSpPr>
        <p:spPr>
          <a:xfrm>
            <a:off x="1545549" y="3309805"/>
            <a:ext cx="371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US" sz="1400" dirty="0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F594A9BB-516E-800C-74E7-2A23CFA5697A}"/>
              </a:ext>
            </a:extLst>
          </p:cNvPr>
          <p:cNvSpPr txBox="1"/>
          <p:nvPr/>
        </p:nvSpPr>
        <p:spPr>
          <a:xfrm>
            <a:off x="1551366" y="2269802"/>
            <a:ext cx="368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sz="1600" dirty="0"/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56AA260B-87C3-8CD3-B1CE-4392F971BF01}"/>
              </a:ext>
            </a:extLst>
          </p:cNvPr>
          <p:cNvSpPr txBox="1"/>
          <p:nvPr/>
        </p:nvSpPr>
        <p:spPr>
          <a:xfrm>
            <a:off x="1557119" y="4552062"/>
            <a:ext cx="354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endParaRPr lang="en-US" sz="1400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5C5F5C7C-9B2A-C556-079F-3A53C1800BE9}"/>
              </a:ext>
            </a:extLst>
          </p:cNvPr>
          <p:cNvSpPr txBox="1"/>
          <p:nvPr/>
        </p:nvSpPr>
        <p:spPr>
          <a:xfrm>
            <a:off x="5710516" y="2571462"/>
            <a:ext cx="384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US" sz="1400" dirty="0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4B6DFA75-414A-870F-1755-D876C5B3E5B0}"/>
              </a:ext>
            </a:extLst>
          </p:cNvPr>
          <p:cNvSpPr txBox="1"/>
          <p:nvPr/>
        </p:nvSpPr>
        <p:spPr>
          <a:xfrm>
            <a:off x="5704456" y="1799286"/>
            <a:ext cx="403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sz="1600" dirty="0"/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08A486AA-B68C-7488-8AF1-C27CEFE20092}"/>
              </a:ext>
            </a:extLst>
          </p:cNvPr>
          <p:cNvSpPr txBox="1"/>
          <p:nvPr/>
        </p:nvSpPr>
        <p:spPr>
          <a:xfrm>
            <a:off x="5707614" y="4008387"/>
            <a:ext cx="3844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endParaRPr lang="en-US" sz="1400" dirty="0"/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CCEED0E5-1837-B470-4F90-A04B0279E032}"/>
              </a:ext>
            </a:extLst>
          </p:cNvPr>
          <p:cNvSpPr txBox="1"/>
          <p:nvPr/>
        </p:nvSpPr>
        <p:spPr>
          <a:xfrm>
            <a:off x="7348868" y="2569215"/>
            <a:ext cx="370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US" sz="1400" dirty="0"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B2F50A5C-C9E6-C324-C04E-C12EA542C1D7}"/>
              </a:ext>
            </a:extLst>
          </p:cNvPr>
          <p:cNvSpPr txBox="1"/>
          <p:nvPr/>
        </p:nvSpPr>
        <p:spPr>
          <a:xfrm>
            <a:off x="7354685" y="1797039"/>
            <a:ext cx="376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sz="1600" dirty="0"/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E33A4806-877D-740D-4844-0B123FF30605}"/>
              </a:ext>
            </a:extLst>
          </p:cNvPr>
          <p:cNvSpPr txBox="1"/>
          <p:nvPr/>
        </p:nvSpPr>
        <p:spPr>
          <a:xfrm>
            <a:off x="7340028" y="4012078"/>
            <a:ext cx="3783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400" baseline="-25000" dirty="0">
                <a:latin typeface="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endParaRPr lang="en-US" sz="1400" dirty="0"/>
          </a:p>
        </p:txBody>
      </p: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CBF3DF15-50BC-F134-AC1F-7296971E67B0}"/>
              </a:ext>
            </a:extLst>
          </p:cNvPr>
          <p:cNvCxnSpPr>
            <a:cxnSpLocks/>
            <a:stCxn id="21" idx="1"/>
            <a:endCxn id="471" idx="1"/>
          </p:cNvCxnSpPr>
          <p:nvPr/>
        </p:nvCxnSpPr>
        <p:spPr>
          <a:xfrm flipV="1">
            <a:off x="3028771" y="5011847"/>
            <a:ext cx="648178" cy="118448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B9767FE8-28FB-7A62-B872-E52623F72838}"/>
              </a:ext>
            </a:extLst>
          </p:cNvPr>
          <p:cNvCxnSpPr>
            <a:cxnSpLocks/>
            <a:stCxn id="18" idx="1"/>
            <a:endCxn id="471" idx="3"/>
          </p:cNvCxnSpPr>
          <p:nvPr/>
        </p:nvCxnSpPr>
        <p:spPr>
          <a:xfrm>
            <a:off x="3020190" y="4342197"/>
            <a:ext cx="656759" cy="116084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F5C9098D-FBBC-434D-E3A7-3A60A9D5CF6A}"/>
              </a:ext>
            </a:extLst>
          </p:cNvPr>
          <p:cNvCxnSpPr>
            <a:cxnSpLocks/>
            <a:stCxn id="64" idx="1"/>
            <a:endCxn id="470" idx="3"/>
          </p:cNvCxnSpPr>
          <p:nvPr/>
        </p:nvCxnSpPr>
        <p:spPr>
          <a:xfrm>
            <a:off x="3035890" y="3113927"/>
            <a:ext cx="639745" cy="126761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6A0ADB8B-659F-A799-0EB7-672D25B39679}"/>
              </a:ext>
            </a:extLst>
          </p:cNvPr>
          <p:cNvCxnSpPr>
            <a:cxnSpLocks/>
            <a:stCxn id="69" idx="1"/>
            <a:endCxn id="470" idx="1"/>
          </p:cNvCxnSpPr>
          <p:nvPr/>
        </p:nvCxnSpPr>
        <p:spPr>
          <a:xfrm flipV="1">
            <a:off x="3021319" y="3794254"/>
            <a:ext cx="654316" cy="13410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145B474B-A342-86F5-9100-37024E3D7A68}"/>
              </a:ext>
            </a:extLst>
          </p:cNvPr>
          <p:cNvCxnSpPr>
            <a:cxnSpLocks/>
            <a:stCxn id="63" idx="1"/>
            <a:endCxn id="472" idx="1"/>
          </p:cNvCxnSpPr>
          <p:nvPr/>
        </p:nvCxnSpPr>
        <p:spPr>
          <a:xfrm flipV="1">
            <a:off x="3022094" y="2550007"/>
            <a:ext cx="656671" cy="128161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Elbow Connector 127">
            <a:extLst>
              <a:ext uri="{FF2B5EF4-FFF2-40B4-BE49-F238E27FC236}">
                <a16:creationId xmlns:a16="http://schemas.microsoft.com/office/drawing/2014/main" id="{5B0DF4D1-C4C5-FDBE-2285-35EEDF0645D4}"/>
              </a:ext>
            </a:extLst>
          </p:cNvPr>
          <p:cNvCxnSpPr>
            <a:cxnSpLocks/>
            <a:stCxn id="91" idx="1"/>
            <a:endCxn id="472" idx="3"/>
          </p:cNvCxnSpPr>
          <p:nvPr/>
        </p:nvCxnSpPr>
        <p:spPr>
          <a:xfrm>
            <a:off x="3020404" y="1869772"/>
            <a:ext cx="658361" cy="126669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311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146</Words>
  <Application>Microsoft Macintosh PowerPoint</Application>
  <PresentationFormat>Widescreen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Muyeed Ahmed</dc:creator>
  <cp:lastModifiedBy>Muyeed Ahmed</cp:lastModifiedBy>
  <cp:revision>48</cp:revision>
  <dcterms:created xsi:type="dcterms:W3CDTF">2023-06-16T08:20:05Z</dcterms:created>
  <dcterms:modified xsi:type="dcterms:W3CDTF">2024-05-13T22:20:11Z</dcterms:modified>
</cp:coreProperties>
</file>